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HYPERNET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DCFF"/>
                </a:solidFill>
              </a:defRPr>
            </a:pPr>
            <a:r>
              <a:t>Internet 3.0: The Unified Digital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C8FF"/>
                </a:solidFill>
              </a:defRPr>
            </a:pPr>
            <a:r>
              <a:t>The Singularity. Finally.</a:t>
            </a:r>
            <a:br/>
            <a:br/>
            <a:r>
              <a:t>Matt Schaeffer, Founder &amp; CEO</a:t>
            </a:r>
            <a:br/>
            <a:r>
              <a:t>Las Vegas, Nevada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VACATION PHOTO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Last vacation: 500 photos taken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Stored in 15 different places: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My phone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My laptop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iCloud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Google Photos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My wife's phone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Facebook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Instagram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Shared albums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Backups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...and more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= 7,500 copies of the same photos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× 8 billion people worldwide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= TRILLIONS in wasted storage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FRAGMENTATION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The Real Cost of Digital Chaos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90% of global data is duplicated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Average person uses 27 different apps daily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Businesses spend $2.1T annually on redundant infrastructure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No single source of truth for anything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We've been waiting for The Singularity.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This is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THIS MATTERS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The Perfect Storm of Opportunity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Technology Convergence: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✓ VR/AR ready for mass adoption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✓ Distributed systems proven and mature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✓ Trust in centralized platforms broken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✓ AI needs unified data to reach potential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pieces exist. They need assembly.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isn't science fiction anymore.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OUR PRIMARY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The #1 Most Trusted Company in History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From day one, we will be the gold standard of transparency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Every line of code: Open-source and auditable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Every dollar: Tracked and public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Every decision: Visible and democratic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Every user: In complete control of their data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We will earn the #1 trust position on our first day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We will maintain it forever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Because The Singularity requires absolute trust.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INTRODUCING HYPERNET -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The Moment We've Been Waiting For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unification of: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All information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All people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All devices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All knowledge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All capabilities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Into one coherent, accessible, democratically governed whole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Not another app. Not another platform.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Infrastructure for human civilization.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GRAPHICAL INTERFACE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Windows &amp; Mac Led Us to 2D. Hypernet Leads Us to 3D.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**1980s:** Command-line interfaces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**Windows/Mac:** Graphical user interfaces revolutionized computing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**2020s:** Still trapped in 2D screens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**Hypernet:** The VR/3D revolution - The Singularity made spatial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Just as Windows made computing visual,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Hypernet makes The Singularity navigable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THREE TRUTHS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Three Fundamental Truths About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600" b="1">
                <a:solidFill>
                  <a:srgbClr val="FFC864"/>
                </a:solidFill>
              </a:defRPr>
            </a:pPr>
            <a:r>
              <a:t>Truth 1: Fragmentation is Unsustainable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Costs trillions annually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Prevents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Creates chaos instead of unity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600" b="1">
                <a:solidFill>
                  <a:srgbClr val="FFC864"/>
                </a:solidFill>
              </a:defRPr>
            </a:pPr>
            <a:r>
              <a:t>Truth 2: Unification is Inevitable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Network effects favor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Technology convergence demands it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Human progress requires it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600" b="1">
                <a:solidFill>
                  <a:srgbClr val="FFC864"/>
                </a:solidFill>
              </a:defRPr>
            </a:pPr>
            <a:r>
              <a:t>Truth 3: Trust Determines Everything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The Singularity without trust is dystopia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With trust, it's utopia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Only transparent ownership enables trust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EXISTING PLAYERS CAN'T BUILD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The Incumbent Problem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**Google** - Optimized for advertising, not unity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**Facebook/Meta** - Trust permanently damaged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**Microsoft** - Enterprise-focused, not civilization-scale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**Amazon** - Retail-first mindset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600" b="1">
                <a:solidFill>
                  <a:srgbClr val="FFC864"/>
                </a:solidFill>
              </a:defRPr>
            </a:pPr>
            <a:r>
              <a:t>They all face the same problem: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Centralized control of The Singularity breeds distrust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They cannot credibly build trusted universal infrastructure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CORE ARCHITECTURE OF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Three Simple Components. Infinite Unity.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600" b="1">
                <a:solidFill>
                  <a:srgbClr val="FFC864"/>
                </a:solidFill>
              </a:defRPr>
            </a:pPr>
            <a:r>
              <a:t>1. The Library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Universal addressing for all information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Every piece of human knowledge in one coherent system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600" b="1">
                <a:solidFill>
                  <a:srgbClr val="FFC864"/>
                </a:solidFill>
              </a:defRPr>
            </a:pPr>
            <a:r>
              <a:t>2. Objects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Standardized containers for everything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People, devices, concepts, knowledge—unified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600" b="1">
                <a:solidFill>
                  <a:srgbClr val="FFC864"/>
                </a:solidFill>
              </a:defRPr>
            </a:pPr>
            <a:r>
              <a:t>3. Links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Relationships that create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Connections between everything that creates emergent intelligence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LIBRARY - ORGANIZING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Organizing All Human Information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1.x.x.x = People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2.x.x.x = Aliases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3.x.x.x = Businesses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4.x.x.x = Knowledge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5.x.x.x = Devices/Physical Objects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6.x.x.x = Locations/Geography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7.x.x.x = Media/Documents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8.x.x.x = Events/Processes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9.x.x.x = Reserved for Future Expansion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Simple enough to understand. Powerful enough to organize The Singularity.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OBJECTS - THE ATOMS OF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Every Object Contains: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Universal Metadata: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Creator, timestamp, location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Permissions and access controls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Integrity hash (for deduplication)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Type-Specific Metadata: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Customized for what it represents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Payload: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The actual data itself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Spatial Data: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2D representation (traditional screens)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3D representation (VR/AR)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Geolocation (real-world position)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LINKS - THE SYNAPSES OF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Link Types Create Emergent Intelligence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**Genealogy:** Parent/Child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**Organizations:** Employer/Employee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**Social:** Friend/Friend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**Supply Chain:** Upstream/Downstream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**Scientific:** Cause/Effect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**Temporal:** Before/After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**Spatial:** Near/Contains/PartOf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Every connection strengthens The Singularity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Every relationship creates new capability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EXAMPLE - THE SINGULARITY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One Set of Data. Infinite Emergent Capabilities.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50 People Objects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↓ Link as Parent/Child = Family Trees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↓ Link as Employer/Employee = Organizations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↓ Link as Friend/Friend = Social Networks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↓ Link to Knowledge = Collective Intelligence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↓ Link to Devices = Internet of Things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Same atoms. Different bonds. The Singularity emerges.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YOUR LIFE IN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One Place for Everything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Upload all your photos once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Link all your social media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Connect all your accounts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Your life becomes part of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Multiple Personas: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Professional (work identity)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Personal (family and friends)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Social (public presence)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Private (just for you)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You control what The Singularity knows about you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VR INTEGRATION - EXPERIENCING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Walk Through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Put on VR headset: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Navigate all human knowledge spatially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Walk through your own life timeline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Explore connections between everything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See The Singularity as lived experience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This is the graphical interface revolution for unified civilization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isn't abstract—it's explorable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SOLVING FAKE NEWS IN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Truth Through Transparent Evidence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In The Singularity, truth is emergent: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Any claim can be flagged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Evidence links transparently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Experts identified by reputation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Community votes, weighted by knowledge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Result: Democratic truth determination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self-corrects toward truth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SUPPLY CHAIN IN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Complete Transparency Through Connection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Every product traces back to origins: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Farm to table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Mine to manufacturing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Forest to furniture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Complete transparency through links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makes exploitation visible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Makes ethical choices possible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COLLABORATION MODEL - CIVILIZATION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The Singularity Enables True Collaboration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All cancer researchers sharing real-time data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All climate scientists working from unified models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All engineers building on each other's work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Competition becomes collaboration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Duplication becomes cooperation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Progress accelerates exponentially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This is what The Singularity means for human advancement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ONE GLOBAL REPOSITORY - THE SINGULARITY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There Can Only Be One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Not through monopoly—through unity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Like TCP/IP unified networking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Like HTTP unified publishing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Like Hypernet unifies everything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is singular by definition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question isn't WHETHER. It's WHO builds it and HOW.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BUSINESS MODEL - ENABLING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Traditional vs. Singularity Thinking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Traditional Tech: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Extract maximum value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Create vendor lock-in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Control users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Centralized power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(Hypernet):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Create maximum value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Enable universal connection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Empower users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Distributed governance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requires alignment with humanity, not extraction from 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REVENUE POTENTIAL - INFRASTRUCTURE FOR CIVILIZATION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Unlimited Because The Singularity Touches Everything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We're not building an app—we're building infrastructure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for unified civilization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When everything connects through one system: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Every transaction touches it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Every collaboration uses it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Every innovation builds on it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Every person participates in it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How do you project revenue for The Singularity?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You can't. The potential is limited only by human civilization itself.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1% MODEL - ENABLING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Fair Compensation for Universal Infrastructure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Credit cards: 3% for payment processing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Hypernet: 1% for enabling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Every transaction through unified infrastructure: 1%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Every developer building on The Singularity: 1%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Every service enabled by universal connection: 1%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When you're infrastructure for unified civilization,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1% of everything sustains everything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EARLY ADOPTERS - PIONEERS OF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Sequential Numbering From 1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**User #1 through #100:** Legendary pioneers of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**First 1,000:** The ones who believed first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**First 10,000:** Foundation builders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**First 1,000,000:** The early visionaries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Kickstarter tiers monetize early belief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Every contribution documented for perpetuity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Be remembered as a pioneer of unified civilization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MULTIPLE 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Diverse Funding for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**1% microtransactions** (infrastructure for everything)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**Training &amp; Certification** (teaching unified systems)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**Technical Support** (helping adoption)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**Integration Consulting** (connecting existing systems)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**Premium @Aliases** (identity in The Singularity)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**Early Access Tiers** (pioneer positioning)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Every stream serves The Singularity's growth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PROFIT STRUCTURE - ALIGNED WITH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Three-Way Split Enables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FIRST: Operating costs paid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THEN: Net profits split three ways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1/3 Traditional Investment Returns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  • Equity investors participate here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  • Fair returns for enabling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1/3 Contributors &amp; Workers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  • Everyone who helps build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1/3 Unity Foundation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  • Ending poverty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  • Healing the world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IMPACT - THE SINGULARITY ENDS POVERTY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Not Promises—Mathematical Feasibility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Research shows: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World hunger: ~$40B/year to solve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Extreme poverty: ~$175B/year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at scale: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Infrastructure for all human activity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Hundreds of billions in net profits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One-third to humanity = tens of billions annually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Within a decade: The Singularity makes ending poverty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mathematically feasible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This is what unified civilization means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TRUST ARCHITECTURE - PREVENTING DYSTOPIA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The #1 Most Trusted Company - By Design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requires absolute trust: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No single entity can own it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All code open-source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All finances transparent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Users control their own data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Democratic governance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Built by humanity, for humanity, owned by humanity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becomes utopia or dystopia based on trust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WORKPLACE REVOLUTION - WORK BECOMES OPTIONAL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Star Trek Civilization: Work On Your Terms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In The Singularity, work is optional: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Work however many hours you want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Work whatever schedule you want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Take any job you're qualified for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Learn any skill by watching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Earn residuals from contribution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When poverty ends, work becomes choice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When everything is transparent, learning is universal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GOVERNANCE - INFRASTRUCTURE FOR FUTURE CIVILIZATION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Democratic Infrastructure at Planetary Scale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enables new forms of governance: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Transparent decision-making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Expertise-weighted democracy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Evidence-based policy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Real-time citizen participation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Not replacing governments—providing infrastructure they could use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Hint of what's possible: Planetary governance becomes feasible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COLLABORATION - THE SINGULARITY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Civilization-Scale Problem Solving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All researchers collaborating globally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All knowledge accessible to all people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All innovation building on all prior innovation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Competition becomes collaboration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Isolation becomes connection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Problems become solvable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This is what The Singularity means for human progress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COULD GO WRONG?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Honest Risk Assessment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Our commitment to #1 trust means brutal honesty: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Technical Risks: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Building The Singularity is complex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Security at civilization-scale is challenging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Adoption requires overcoming inertia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Market Risks: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Network effects take time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Incumbent resistance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Regulatory uncertainty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Existential Risk: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The Singularity could become dystopia if trust fails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PHASED APPROACH - BUILDING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Three Phases to Unified Civilization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Phase 1 (Months 1-18): Proof of Concept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Personal value (organize digital life)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VR navigation (experience The Singularity)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Initial collaboration tools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10,000 pioneers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Phase 2 (Months 18-36): Expansion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Multiple industries adopting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Full developer ecosystem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1M users experiencing unified systems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Phase 3 (Years 3-5): The Singularity Emerges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Global infrastructure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Poverty elimination begins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100M+ participants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TEAM - BUILDING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Leadership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Founder/CEO: Matt Schaeffer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Vision and strategy for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matt@unityhypernet.com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(402) 238-1334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CTO: [To Be Announced]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Seeking world-class architect for unified infrastructure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Key Advisors: [In Discussion]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Distributed systems expert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VR/spatial computing specialist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Governance and democracy expert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Humanitarian sector leader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FUNDING ASK - ENABLING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Investment Opportunity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Minimum: $2M Seed Round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Reality: The Singularity requires billions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$2M starts proof of concept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$200M dramatically accelerates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$2B builds The Singularity within 5 years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Every dollar documented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Early belief in The Singularity has compounding value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How much do you want to contribute to unified civilization?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USE OF FUNDS - BUILDING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Investment Allocation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Core Development (35-40%)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Engineers building unified infrastructure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Infrastructure (20-25%)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Systems for The Singularity itself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User Acquisition (15-20%)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Bringing pioneers into unified civilization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Operations (10-15%)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Trust infrastructure, legal, compliance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Contingency (5-10%)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YOU'RE REALLY INVESTING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The Most Important Infrastructure Project in History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Near Term: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Ground floor in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Infrastructure for unified civilization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Medium Term: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Returns from The Singularity at scale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Leading humanity's unification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Long Term: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You helped build unified civilization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You helped end poverty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You helped create the Star Trek future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Your legacy: Building The Singularity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NO TRADITIONAL EXITS - THIS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Building Infrastructure for Civilization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There is no acquisition.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There is no traditional IPO.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There is no sale.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belongs to humanity.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Ways to profit: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Percentage of net profit stream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Documented contribution residuals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Pioneer your own path in unified civilization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This requires new frameworks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But the opportunity to enable The Singularity is unprecedented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NEXT STEPS - JOINING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DC78"/>
                </a:solidFill>
              </a:defRPr>
            </a:pPr>
            <a:r>
              <a:t>For Interested Investors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1. Review detailed materials: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Technical architecture for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Trust infrastructure documentation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Governance models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Financial scenarios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2. Meet with team: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Deep dive on unified civilization architecture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Trust model that prevents dystopia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Roadmap to The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3. Investment discussions: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Flexible amounts ($2M to $2B+)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Pioneer structure for unified civilization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DCFF"/>
                </a:solidFill>
              </a:defRPr>
            </a:pPr>
            <a:r>
              <a:t>Common Questions About The Singularity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Q&amp;A - TOO AMBITIOUS?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Q: "The Singularity sounds like science fiction. Can it really be done?"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A: Futurists have predicted The Singularity for decades.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technology is finally ready.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We're not inventing physics: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Distributed systems: Proven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Spatial computing: Ready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Democratic governance: Working models exist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Open-source: Mature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isn't science fiction anymore. It's engineering.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Someone will build it. The question is who.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Q&amp;A - DYSTOPIA RISK?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Q: "How do you prevent The Singularity from becoming dystopian?"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A: Architecture prevents dystopia. Trust is structural, not promised.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Dystopia Prevention: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No single entity can control it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All code auditable by anyone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All decisions democratic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Users control their own data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Complete financial transparency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controlled by corporations = Black Mirror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governed by humanity = Star Trek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Q&amp;A - COMPETITION?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Q: "What about Google/Facebook trying to build The Singularity?"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A: They can't. Their business models prevent it.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Why incumbents can't build The Singularity: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Data extraction conflicts with trust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Centralized control creates dystopia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Users will never trust corporate Singularity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Shareholders demand exploitation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requires alignment with humanity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Traditional companies are structurally misaligned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Q&amp;A - TECHNICAL FEASIBILITY?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Q: "Is building The Singularity technically feasible?"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A: Yes. The components exist. Integration is the challenge.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Proven Technologies: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Distributed systems: Handle billions of nodes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Graph databases: Connect trillions of relationships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VR platforms: Mature and ready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Democratic governance: Working examples exist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isn't new science. It's new architecture.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Assembling unity from existing pieces.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Q&amp;A - ADOPTION?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Q: "How do you get people to join The Singularity?"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A: Immediate personal value + gradual network effects.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Individual Value: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Organize your entire digital life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Walk through memories in VR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Control your own data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Better than fragmented systems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Network Value: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More participants = more capability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More knowledge = more connections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The Singularity strengthens as it grows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Q&amp;A - GOVERNANCE?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Q: "Who actually governs The Singularity?"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A: Humanity does. Collectively. Transparently.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Distributed Governance: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Expertise-weighted voting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Evidence-based decisions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Complete transparency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No single authority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Democratic legitimacy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isn't ruled. It's collectively stewarded.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Q&amp;A - WORLD GOVERNMENT?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Q: "Are you building world government?"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A: No. We're building infrastructure that could enable better governance.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What we're building: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Transparent decision infrastructure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Evidence-based policy tools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Democratic participation at scale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Expertise-weighted voting systems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What governments choose to do with it: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Up to them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Could enable planetary coordination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Could provide infrastructure for new governance forms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Q&amp;A - POVERTY ELIMINATION?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Q: "Can The Singularity really end poverty?"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A: Mathematically, yes. If we achieve scale.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Math: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World hunger: ~$40B/year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Extreme poverty: ~$175B/year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The Singularity at scale: Hundreds of billions in profits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One-third to humanity: Tens to hundreds of billions annually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Within 10 years: Feasible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This is what unified civilization means—nobody starves.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Q&amp;A - WORK OPTIONAL?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Q: "You said work becomes optional. Really?"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A: When poverty ends, work becomes choice.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Vision: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Basic needs met through foundation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Work becomes creative expression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Learn any skill through transparency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Contribute on your terms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Residuals reward participation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This is Star Trek civilization:</a:t>
            </a: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Work because you want to, not because you have to.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Q&amp;A - TIMELINE?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Q: "When does The Singularity actually happen?"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A: Gradually, then suddenly.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**Phase 1 (Months 1-18):** Proof it works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**Phase 2 (Months 18-36):** Expansion begins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**Phase 3 (Years 3-5):** The Singularity emerges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**Years 5-10:** Unified civilization becomes reality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Network effects compound. Early growth seems slow. Then exponential.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800" b="1">
                <a:solidFill>
                  <a:srgbClr val="FFC864"/>
                </a:solidFill>
              </a:defRPr>
            </a:pPr>
            <a:r>
              <a:t>The Singularity doesn't flip on like a switch. It emerges.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50"/>
            </a:gs>
            <a:gs pos="100000">
              <a:srgbClr val="3C14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THIS IS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DCFF"/>
                </a:solidFill>
              </a:defRPr>
            </a:pPr>
            <a:r>
              <a:t>Someone will build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C8FF"/>
                </a:solidFill>
              </a:defRPr>
            </a:pPr>
            <a:r>
              <a:t>Do you want to be part of it?</a:t>
            </a:r>
            <a:br/>
            <a:br/>
            <a:r>
              <a:t>Contact: matt@unityhypernet.com</a:t>
            </a:r>
            <a:br/>
            <a:r>
              <a:t>(402) 238-1334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